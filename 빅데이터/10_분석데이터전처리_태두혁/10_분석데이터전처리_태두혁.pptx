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llName" initials="F" lastIdx="1" clrIdx="0">
    <p:extLst>
      <p:ext uri="{19B8F6BF-5375-455C-9EA6-DF929625EA0E}">
        <p15:presenceInfo xmlns:p15="http://schemas.microsoft.com/office/powerpoint/2012/main" userId="FullNa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2026-07-28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	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분석데이터전처리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prj_data_cleaned.csv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데이터 </a:t>
              </a:r>
              <a:r>
                <a:rPr lang="ko-KR" alt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전처리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[2001010510_21v4]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36CF5E-7365-4478-90B6-E1C1E4ED6327}"/>
              </a:ext>
            </a:extLst>
          </p:cNvPr>
          <p:cNvSpPr txBox="1"/>
          <p:nvPr/>
        </p:nvSpPr>
        <p:spPr>
          <a:xfrm>
            <a:off x="184911" y="1264732"/>
            <a:ext cx="444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전 </a:t>
            </a:r>
            <a:r>
              <a:rPr lang="en-US" altLang="ko-KR" dirty="0"/>
              <a:t>prj_data.csv</a:t>
            </a:r>
            <a:r>
              <a:rPr lang="ko-KR" altLang="en-US" dirty="0"/>
              <a:t>에 있는 </a:t>
            </a:r>
            <a:r>
              <a:rPr lang="ko-KR" altLang="en-US" dirty="0" err="1"/>
              <a:t>결측치</a:t>
            </a:r>
            <a:r>
              <a:rPr lang="ko-KR" altLang="en-US" dirty="0"/>
              <a:t> 개수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FD508F-3E65-47E7-A1C9-07EBE04CF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1" y="1634064"/>
            <a:ext cx="4446165" cy="30865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6C6651-81A6-4EB3-8317-3F6AC119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081" y="1634064"/>
            <a:ext cx="3669682" cy="3086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4EB7FD-A0CF-4F65-A86E-07D55FF8FE0F}"/>
              </a:ext>
            </a:extLst>
          </p:cNvPr>
          <p:cNvSpPr txBox="1"/>
          <p:nvPr/>
        </p:nvSpPr>
        <p:spPr>
          <a:xfrm>
            <a:off x="4738081" y="1281726"/>
            <a:ext cx="309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비율 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574A14-8B78-469A-823F-096A33E39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874" y="1651058"/>
            <a:ext cx="3334215" cy="30695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05972C-406D-4E76-A588-5EE690DAA519}"/>
              </a:ext>
            </a:extLst>
          </p:cNvPr>
          <p:cNvSpPr txBox="1"/>
          <p:nvPr/>
        </p:nvSpPr>
        <p:spPr>
          <a:xfrm>
            <a:off x="8672874" y="1166070"/>
            <a:ext cx="333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비율 </a:t>
            </a:r>
            <a:r>
              <a:rPr lang="en-US" altLang="ko-KR" dirty="0"/>
              <a:t>50% </a:t>
            </a:r>
            <a:r>
              <a:rPr lang="ko-KR" altLang="en-US" dirty="0"/>
              <a:t>삭제 </a:t>
            </a:r>
            <a:r>
              <a:rPr lang="en-US" altLang="ko-KR" dirty="0"/>
              <a:t>(</a:t>
            </a:r>
            <a:r>
              <a:rPr lang="ko-KR" altLang="en-US" dirty="0"/>
              <a:t>메모</a:t>
            </a:r>
            <a:r>
              <a:rPr lang="en-US" altLang="ko-KR" dirty="0"/>
              <a:t>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348B16-9261-4680-BD76-EBB7E894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8" y="229837"/>
            <a:ext cx="5615056" cy="36104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81BA98-EC5F-412E-AB9E-C38CE089E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945" y="229836"/>
            <a:ext cx="6300055" cy="3610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E2EDEA-767F-413D-8ED7-900E7DD6F52A}"/>
              </a:ext>
            </a:extLst>
          </p:cNvPr>
          <p:cNvSpPr txBox="1"/>
          <p:nvPr/>
        </p:nvSpPr>
        <p:spPr>
          <a:xfrm>
            <a:off x="629174" y="4202128"/>
            <a:ext cx="4899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수치형 변수 중 </a:t>
            </a:r>
            <a:r>
              <a:rPr lang="ko-KR" altLang="en-US" dirty="0" err="1"/>
              <a:t>결측치가</a:t>
            </a:r>
            <a:r>
              <a:rPr lang="ko-KR" altLang="en-US" dirty="0"/>
              <a:t> 있는 </a:t>
            </a:r>
            <a:endParaRPr lang="en-US" altLang="ko-KR" dirty="0"/>
          </a:p>
          <a:p>
            <a:r>
              <a:rPr lang="ko-KR" altLang="en-US" dirty="0"/>
              <a:t>나이와 리뷰점수의 </a:t>
            </a:r>
            <a:r>
              <a:rPr lang="ko-KR" altLang="en-US" dirty="0" err="1"/>
              <a:t>결측치를</a:t>
            </a:r>
            <a:r>
              <a:rPr lang="ko-KR" altLang="en-US" dirty="0"/>
              <a:t> 평균값으로 변경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E231A7-669E-4BFC-8141-0EE6390FB03A}"/>
              </a:ext>
            </a:extLst>
          </p:cNvPr>
          <p:cNvSpPr txBox="1"/>
          <p:nvPr/>
        </p:nvSpPr>
        <p:spPr>
          <a:xfrm>
            <a:off x="6663658" y="4211930"/>
            <a:ext cx="516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범주형 변수 중 </a:t>
            </a:r>
            <a:r>
              <a:rPr lang="ko-KR" altLang="en-US" dirty="0" err="1"/>
              <a:t>결측치가</a:t>
            </a:r>
            <a:r>
              <a:rPr lang="ko-KR" altLang="en-US" dirty="0"/>
              <a:t> 있는 </a:t>
            </a:r>
            <a:endParaRPr lang="en-US" altLang="ko-KR" dirty="0"/>
          </a:p>
          <a:p>
            <a:r>
              <a:rPr lang="ko-KR" altLang="en-US" dirty="0"/>
              <a:t>성별과 가입경로의 </a:t>
            </a:r>
            <a:r>
              <a:rPr lang="ko-KR" altLang="en-US" dirty="0" err="1"/>
              <a:t>결측치를</a:t>
            </a:r>
            <a:r>
              <a:rPr lang="ko-KR" altLang="en-US" dirty="0"/>
              <a:t> </a:t>
            </a:r>
            <a:r>
              <a:rPr lang="ko-KR" altLang="en-US" dirty="0" err="1"/>
              <a:t>최빈값으로</a:t>
            </a:r>
            <a:r>
              <a:rPr lang="ko-KR" altLang="en-US" dirty="0"/>
              <a:t> 변경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349B42-93F9-4562-AA70-49423583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835" y="1424125"/>
            <a:ext cx="2095792" cy="315321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9499E8C-4248-4BEF-87EF-E3034975C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992" y="1490809"/>
            <a:ext cx="3669682" cy="3086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0B4E8E-323B-4988-81CF-33039F1B89A1}"/>
              </a:ext>
            </a:extLst>
          </p:cNvPr>
          <p:cNvSpPr txBox="1"/>
          <p:nvPr/>
        </p:nvSpPr>
        <p:spPr>
          <a:xfrm>
            <a:off x="4169328" y="687897"/>
            <a:ext cx="443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제거 </a:t>
            </a:r>
            <a:r>
              <a:rPr lang="en-US" altLang="ko-KR" dirty="0"/>
              <a:t>&amp;  </a:t>
            </a:r>
            <a:r>
              <a:rPr lang="ko-KR" altLang="en-US" dirty="0"/>
              <a:t>변경 후 </a:t>
            </a:r>
            <a:r>
              <a:rPr lang="ko-KR" altLang="en-US" dirty="0" err="1"/>
              <a:t>결측치</a:t>
            </a:r>
            <a:r>
              <a:rPr lang="ko-KR" altLang="en-US" dirty="0"/>
              <a:t> 확인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CF3F056-CB46-4EA7-B973-87129CEFCC1E}"/>
              </a:ext>
            </a:extLst>
          </p:cNvPr>
          <p:cNvCxnSpPr/>
          <p:nvPr/>
        </p:nvCxnSpPr>
        <p:spPr>
          <a:xfrm>
            <a:off x="5855516" y="3034074"/>
            <a:ext cx="1006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14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8B62B3-C23F-42ED-97A9-14FF3913B7EB}"/>
              </a:ext>
            </a:extLst>
          </p:cNvPr>
          <p:cNvSpPr txBox="1"/>
          <p:nvPr/>
        </p:nvSpPr>
        <p:spPr>
          <a:xfrm>
            <a:off x="746620" y="268448"/>
            <a:ext cx="4739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리뷰점수의 </a:t>
            </a:r>
            <a:r>
              <a:rPr lang="en-US" altLang="ko-KR" dirty="0"/>
              <a:t>boxplot </a:t>
            </a:r>
            <a:r>
              <a:rPr lang="ko-KR" altLang="en-US" dirty="0"/>
              <a:t>이상치 시각화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DC2169-DFE4-4746-87A0-6ACC1114B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969" y="856891"/>
            <a:ext cx="4299201" cy="5144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0285E5-B088-446A-BA2D-0CD1E548B951}"/>
              </a:ext>
            </a:extLst>
          </p:cNvPr>
          <p:cNvSpPr txBox="1"/>
          <p:nvPr/>
        </p:nvSpPr>
        <p:spPr>
          <a:xfrm>
            <a:off x="6476301" y="268448"/>
            <a:ext cx="526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리뷰점수의 </a:t>
            </a:r>
            <a:r>
              <a:rPr lang="en-US" altLang="ko-KR" dirty="0"/>
              <a:t>IQR </a:t>
            </a:r>
            <a:r>
              <a:rPr lang="ko-KR" altLang="en-US" dirty="0" err="1"/>
              <a:t>경계값</a:t>
            </a:r>
            <a:r>
              <a:rPr lang="ko-KR" altLang="en-US" dirty="0"/>
              <a:t> 계산 및 이상치 개수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DFE844-03C4-4F4B-9DD4-8142E050A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3" y="729842"/>
            <a:ext cx="6364888" cy="566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4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E78B03-7EC1-4B8C-A66A-35B178304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61" y="1509444"/>
            <a:ext cx="9507277" cy="3839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D50C82-AE4D-4D98-98AA-0B40B4FFCD56}"/>
              </a:ext>
            </a:extLst>
          </p:cNvPr>
          <p:cNvSpPr txBox="1"/>
          <p:nvPr/>
        </p:nvSpPr>
        <p:spPr>
          <a:xfrm>
            <a:off x="1686187" y="587229"/>
            <a:ext cx="886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IQR</a:t>
            </a:r>
            <a:r>
              <a:rPr lang="ko-KR" altLang="en-US" dirty="0"/>
              <a:t>로 계산한 하한</a:t>
            </a:r>
            <a:r>
              <a:rPr lang="en-US" altLang="ko-KR" dirty="0"/>
              <a:t>/</a:t>
            </a:r>
            <a:r>
              <a:rPr lang="ko-KR" altLang="en-US" dirty="0"/>
              <a:t>상한 값으로 리뷰점수의 이상치를 </a:t>
            </a:r>
            <a:r>
              <a:rPr lang="ko-KR" altLang="en-US" dirty="0" err="1"/>
              <a:t>경계값으로</a:t>
            </a:r>
            <a:r>
              <a:rPr lang="ko-KR" altLang="en-US" dirty="0"/>
              <a:t> 대체</a:t>
            </a:r>
          </a:p>
        </p:txBody>
      </p:sp>
    </p:spTree>
    <p:extLst>
      <p:ext uri="{BB962C8B-B14F-4D97-AF65-F5344CB8AC3E}">
        <p14:creationId xmlns:p14="http://schemas.microsoft.com/office/powerpoint/2010/main" val="2964705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F7BDD6-9DCD-41DE-8068-8EE3FCB0F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82" y="600305"/>
            <a:ext cx="5665141" cy="2293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06BA0-DB1D-40E8-BF77-4D3495225F90}"/>
              </a:ext>
            </a:extLst>
          </p:cNvPr>
          <p:cNvSpPr txBox="1"/>
          <p:nvPr/>
        </p:nvSpPr>
        <p:spPr>
          <a:xfrm>
            <a:off x="302004" y="13422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순서가 상관 있는 멤버십등급 컬럼을 레이블 인코딩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6C240A-FBA9-471B-B7BC-19EF7EF9B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82" y="3626732"/>
            <a:ext cx="11081857" cy="28321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834E23-5F76-4D65-8738-0F1F4899FBCD}"/>
              </a:ext>
            </a:extLst>
          </p:cNvPr>
          <p:cNvSpPr txBox="1"/>
          <p:nvPr/>
        </p:nvSpPr>
        <p:spPr>
          <a:xfrm>
            <a:off x="302004" y="299095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순서가 상관 없는 거주지역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가입경로</a:t>
            </a:r>
            <a:r>
              <a:rPr lang="en-US" altLang="ko-KR" dirty="0"/>
              <a:t>, </a:t>
            </a:r>
            <a:r>
              <a:rPr lang="ko-KR" altLang="en-US" dirty="0"/>
              <a:t>쿠폰사용여부 컬럼을 원</a:t>
            </a:r>
            <a:r>
              <a:rPr lang="en-US" altLang="ko-KR" dirty="0"/>
              <a:t>-</a:t>
            </a:r>
            <a:r>
              <a:rPr lang="ko-KR" altLang="en-US" dirty="0"/>
              <a:t>핫 인코딩</a:t>
            </a:r>
          </a:p>
        </p:txBody>
      </p:sp>
    </p:spTree>
    <p:extLst>
      <p:ext uri="{BB962C8B-B14F-4D97-AF65-F5344CB8AC3E}">
        <p14:creationId xmlns:p14="http://schemas.microsoft.com/office/powerpoint/2010/main" val="90293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30C361-C083-40E5-8E44-392A96FBA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690445"/>
            <a:ext cx="8840434" cy="34771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058E36-F035-4602-880B-646EAFB84C58}"/>
              </a:ext>
            </a:extLst>
          </p:cNvPr>
          <p:cNvSpPr txBox="1"/>
          <p:nvPr/>
        </p:nvSpPr>
        <p:spPr>
          <a:xfrm>
            <a:off x="1761689" y="1321113"/>
            <a:ext cx="811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인코딩 전 후 </a:t>
            </a:r>
            <a:r>
              <a:rPr lang="en-US" altLang="ko-KR" dirty="0"/>
              <a:t>shape</a:t>
            </a:r>
            <a:r>
              <a:rPr lang="ko-KR" altLang="en-US" dirty="0"/>
              <a:t>와 컬럼 목록 비교</a:t>
            </a:r>
          </a:p>
        </p:txBody>
      </p:sp>
    </p:spTree>
    <p:extLst>
      <p:ext uri="{BB962C8B-B14F-4D97-AF65-F5344CB8AC3E}">
        <p14:creationId xmlns:p14="http://schemas.microsoft.com/office/powerpoint/2010/main" val="2334974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8592A2-C792-4359-8B82-4EA6D94B8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62" y="1965960"/>
            <a:ext cx="11677475" cy="2926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2DC4C6-F1D9-4AEE-B5D7-929F5F63FAD8}"/>
              </a:ext>
            </a:extLst>
          </p:cNvPr>
          <p:cNvSpPr txBox="1"/>
          <p:nvPr/>
        </p:nvSpPr>
        <p:spPr>
          <a:xfrm>
            <a:off x="257262" y="1476354"/>
            <a:ext cx="871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월평균구매금액 </a:t>
            </a:r>
            <a:r>
              <a:rPr lang="en-US" altLang="ko-KR" dirty="0"/>
              <a:t>/ </a:t>
            </a:r>
            <a:r>
              <a:rPr lang="ko-KR" altLang="en-US" dirty="0"/>
              <a:t>구매횟수로 구매 </a:t>
            </a:r>
            <a:r>
              <a:rPr lang="en-US" altLang="ko-KR" dirty="0"/>
              <a:t>1</a:t>
            </a:r>
            <a:r>
              <a:rPr lang="ko-KR" altLang="en-US" dirty="0"/>
              <a:t>회당 평균 계산금액을 계산하는 </a:t>
            </a:r>
            <a:r>
              <a:rPr lang="en-US" altLang="ko-KR" dirty="0"/>
              <a:t>BUY </a:t>
            </a:r>
            <a:r>
              <a:rPr lang="ko-KR" altLang="en-US" dirty="0"/>
              <a:t>컬럼 생성</a:t>
            </a:r>
          </a:p>
        </p:txBody>
      </p:sp>
    </p:spTree>
    <p:extLst>
      <p:ext uri="{BB962C8B-B14F-4D97-AF65-F5344CB8AC3E}">
        <p14:creationId xmlns:p14="http://schemas.microsoft.com/office/powerpoint/2010/main" val="45264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84B43C1-C594-4296-A268-6D338D746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27" y="1085591"/>
            <a:ext cx="4677428" cy="4334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19C731-5CF8-4671-B58F-737E439C6AC4}"/>
              </a:ext>
            </a:extLst>
          </p:cNvPr>
          <p:cNvSpPr txBox="1"/>
          <p:nvPr/>
        </p:nvSpPr>
        <p:spPr>
          <a:xfrm>
            <a:off x="650564" y="716259"/>
            <a:ext cx="6174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스케일링 전 후 </a:t>
            </a:r>
            <a:r>
              <a:rPr lang="ko-KR" altLang="en-US" dirty="0" err="1"/>
              <a:t>기술통계량</a:t>
            </a:r>
            <a:r>
              <a:rPr lang="ko-KR" altLang="en-US" dirty="0"/>
              <a:t> 비교</a:t>
            </a:r>
          </a:p>
        </p:txBody>
      </p:sp>
    </p:spTree>
    <p:extLst>
      <p:ext uri="{BB962C8B-B14F-4D97-AF65-F5344CB8AC3E}">
        <p14:creationId xmlns:p14="http://schemas.microsoft.com/office/powerpoint/2010/main" val="376237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FF5A55-7DE5-42F2-87BE-55C0F420B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7" y="1639383"/>
            <a:ext cx="11638327" cy="35792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C4BBE7-2F35-4EA8-ACB5-82DADBBD384B}"/>
              </a:ext>
            </a:extLst>
          </p:cNvPr>
          <p:cNvSpPr txBox="1"/>
          <p:nvPr/>
        </p:nvSpPr>
        <p:spPr>
          <a:xfrm>
            <a:off x="343947" y="1209779"/>
            <a:ext cx="520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최종 </a:t>
            </a:r>
            <a:r>
              <a:rPr lang="ko-KR" altLang="en-US" dirty="0" err="1"/>
              <a:t>전처리</a:t>
            </a:r>
            <a:r>
              <a:rPr lang="ko-KR" altLang="en-US" dirty="0"/>
              <a:t> 데이터 </a:t>
            </a:r>
            <a:r>
              <a:rPr lang="en-US" altLang="ko-KR" dirty="0"/>
              <a:t>csv</a:t>
            </a:r>
            <a:r>
              <a:rPr lang="ko-KR" altLang="en-US" dirty="0"/>
              <a:t>파일로 저장</a:t>
            </a:r>
          </a:p>
        </p:txBody>
      </p:sp>
    </p:spTree>
    <p:extLst>
      <p:ext uri="{BB962C8B-B14F-4D97-AF65-F5344CB8AC3E}">
        <p14:creationId xmlns:p14="http://schemas.microsoft.com/office/powerpoint/2010/main" val="3352232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217</Words>
  <Application>Microsoft Office PowerPoint</Application>
  <PresentationFormat>와이드스크린</PresentationFormat>
  <Paragraphs>31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24</cp:revision>
  <dcterms:created xsi:type="dcterms:W3CDTF">2026-03-10T17:23:29Z</dcterms:created>
  <dcterms:modified xsi:type="dcterms:W3CDTF">2026-07-28T03:14:59Z</dcterms:modified>
</cp:coreProperties>
</file>